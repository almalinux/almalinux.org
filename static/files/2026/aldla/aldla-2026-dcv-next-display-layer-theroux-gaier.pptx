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confidently. This is a demo session, not a theory lecture — set that expectation in the first 20 seconds. 'No fluff, no deep architecture theory, just a direct look at the low-latency, high-fidelity future of remote creative workflows.' Credit NI-SP up front — this was engineered together. Keep the energy high. Do NOT preview the ending hint here. (~1 min.)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stakes (~2.5 min). The infra team's challenge: keep the high-performance, enterprise-grade remote protocol your pipelines demand, while the desktop underneath you modernizes. Three beats: legacy display layer is being retired (don't name the replacement yet); studios are already moving; the remote protocol cannot regress on color, latency, input. Sets up why DCV is the anchor.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DCV as today's proven baseline (~3 min). This is the version we demo live — 2025.0, the current release. Punchy, no deep architecture. Low latency + high fidelity is the headline. WebAuthn = security keys inside the session. Linux ARM client broadens reach. Input reliability (keyboard layout + scroll) matters for artists. Transition: 'rather than talk about it, let me show you.'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SHORT (~1.5 min). Abstract promises no deep-dive architecture, so this is just the mental model: host holds GPU+data, protocol carries color-accurate low-latency pixels, any client drives it. Then go straight to the demo. Defer protocol internals to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— DCV 2025.0 (~9-10 min, heart of the session). CUE CARDS:
- Frame: 'this is the current shipping DCV, running a real creative workstation.' Mention quietly the host runs AlmaLinux — plants a seed without stating anything.
- (1) Connect — show how fast the full desktop comes up. Native client and/or browser.
- (2) Fidelity — open something color-critical; pan and zoom; call out no banding, accurate color.
- (3) Interactivity — scrub a timeline or orbit a 3D viewport; point is it feels local.
- (4) 2025.0 features — WebAuthn/security-key login, keyboard layout correctness, smooth scroll.
- Narrate what the audience feels, not internals.
FALLBACK: pre-recorded screen capture in backup if network/session fails; don't troubleshoot live &gt;30s. Pre-connect the session off-screen and warm it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recap (~2 min). Three takeaways: latency felt local, color held up, enterprise-grade and production-ready now. The closing italic line is deliberate — 'the workstation stack studios run today' quietly sets up the forward-looking close without naming anything. Pause before the final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 call-out (~1.5 min). Pull the abstract's hook forward: 'if you're mapping your studio's hardware and protocol lifecycle, this is your session.' Speak to the three groups. Keep momentum — payoff is the next slide. Don't pre-spoil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CLOSE — handle with care (~2 min, then open Q&amp;A). This is the implicit hint. Say it almost exactly as on screen: what you saw runs on today's foundation; the next foundation is already coming; we're getting DCV ready for it; watch this space. DO NOT name the next display layer / desktop technology — the abstract and the NDA both avoid it, so you do too. Let the audience connect the dots. If asked point-blank in Q&amp;A whether you mean [the technology], deflect warmly: 'I'm not going to get ahead of an announcement — but you're asking exactly the right question. Watch this space, and come talk to us at the NI-SP booth.' Thank NI-SP and the organizers.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10515600" y="502920"/>
            <a:ext cx="960120" cy="960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TECHNICAL DEMONSTRATION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77240" y="150876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200"/>
              </a:lnSpc>
              <a:buNone/>
            </a:pPr>
            <a:r>
              <a:rPr lang="en-US" sz="5800" b="1" dirty="0">
                <a:solidFill>
                  <a:srgbClr val="F5F7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Next</a:t>
            </a:r>
            <a:endParaRPr lang="en-US" sz="5800" dirty="0"/>
          </a:p>
          <a:p>
            <a:pPr algn="l" indent="0" marL="0">
              <a:lnSpc>
                <a:spcPts val="6200"/>
              </a:lnSpc>
              <a:buNone/>
            </a:pPr>
            <a:r>
              <a:rPr lang="en-US" sz="5800" b="1" dirty="0">
                <a:solidFill>
                  <a:srgbClr val="FF9F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Display Layer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822960" y="36118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A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preview of Amazon DCV's future on Linux.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5212080"/>
            <a:ext cx="10515600" cy="0"/>
          </a:xfrm>
          <a:prstGeom prst="line">
            <a:avLst/>
          </a:prstGeom>
          <a:noFill/>
          <a:ln w="12700">
            <a:solidFill>
              <a:srgbClr val="262E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440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in collaboration with NI-SP GmbH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760720" y="54406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7A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desktop experts · AlmaLinux M&amp;E SIG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Linux workstations are evolving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studios build Linux workstations is changing fundamentally — and the legacy display layers the industry leaned on are reaching the end of their road.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3154680"/>
            <a:ext cx="868680" cy="868680"/>
          </a:xfrm>
          <a:prstGeom prst="ellipse">
            <a:avLst/>
          </a:prstGeom>
          <a:solidFill>
            <a:srgbClr val="EEF2F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335584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42519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Legacy is closing out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188720" y="470916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display foundations pipelines were built on are being retired industry-wide.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0" y="274320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3154680"/>
            <a:ext cx="868680" cy="868680"/>
          </a:xfrm>
          <a:prstGeom prst="ellipse">
            <a:avLst/>
          </a:prstGeom>
          <a:solidFill>
            <a:srgbClr val="EEF2F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335584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37760" y="42519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Studios are modernizing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937760" y="470916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are transitioning toward a modern desktop future across the fleet.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321040" y="274320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0" y="3154680"/>
            <a:ext cx="868680" cy="868680"/>
          </a:xfrm>
          <a:prstGeom prst="ellipse">
            <a:avLst/>
          </a:prstGeom>
          <a:solidFill>
            <a:srgbClr val="EEF2F6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335584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0" y="42519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protocol must keep up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686800" y="470916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Enterprise-grade, high-performance remote access can't regress in the transition.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CONSTANT IN THE EQUATION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Amazon DCV  ·  2025.0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high-performance remote display protocol for secure access to remote desktops and creative application sessions — the proven backbone studios already trust.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5074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3108960"/>
            <a:ext cx="640080" cy="640080"/>
          </a:xfrm>
          <a:prstGeom prst="ellipse">
            <a:avLst/>
          </a:prstGeom>
          <a:solidFill>
            <a:srgbClr val="EEF2F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32644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9718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Low latency, high fidelity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965960" y="341071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interactive, color-critical creative work over the network.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63640" y="2697480"/>
            <a:ext cx="5074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3108960"/>
            <a:ext cx="640080" cy="640080"/>
          </a:xfrm>
          <a:prstGeom prst="ellipse">
            <a:avLst/>
          </a:prstGeom>
          <a:solidFill>
            <a:srgbClr val="EEF2F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32644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9718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WebAuthn authentication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406640" y="341071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security keys — YubiKey, Windows Hello — inside the session.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22960" y="4389120"/>
            <a:ext cx="5074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143000" y="4800600"/>
            <a:ext cx="640080" cy="640080"/>
          </a:xfrm>
          <a:prstGeom prst="ellipse">
            <a:avLst/>
          </a:prstGeom>
          <a:solidFill>
            <a:srgbClr val="EEF2F6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495604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65960" y="46634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Linux ARM client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965960" y="510235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client reach and performance across architectures.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263640" y="4389120"/>
            <a:ext cx="5074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83680" y="4800600"/>
            <a:ext cx="640080" cy="640080"/>
          </a:xfrm>
          <a:prstGeom prst="ellipse">
            <a:avLst/>
          </a:prstGeom>
          <a:solidFill>
            <a:srgbClr val="EEF2F6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495604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46634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Input reliability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406640" y="510235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keyboard layout handling and smoother scroll behaviour.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Render stays put. Pixels travel.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enough of the picture to follow the demo — data and GPU stay in the studio or cloud; the artist drives a full session from anywhere.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32004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3081528"/>
            <a:ext cx="822960" cy="822960"/>
          </a:xfrm>
          <a:prstGeom prst="ellipse">
            <a:avLst/>
          </a:prstGeom>
          <a:solidFill>
            <a:srgbClr val="EEF2F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744" y="327355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DCV host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188720" y="4480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GPU, storage and the creative app stack live here.</a:t>
            </a:r>
            <a:endParaRPr lang="en-US" sz="13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3584448"/>
            <a:ext cx="365760" cy="365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80560" y="2697480"/>
            <a:ext cx="32004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846320" y="3081528"/>
            <a:ext cx="822960" cy="822960"/>
          </a:xfrm>
          <a:prstGeom prst="ellipse">
            <a:avLst/>
          </a:prstGeom>
          <a:solidFill>
            <a:srgbClr val="EEF2F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4" y="327355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46320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DCV protocol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4846320" y="4480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with color fidelity and minimal latency.</a:t>
            </a:r>
            <a:endParaRPr lang="en-US" sz="13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3584448"/>
            <a:ext cx="365760" cy="36576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38160" y="2697480"/>
            <a:ext cx="32004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503920" y="3081528"/>
            <a:ext cx="822960" cy="822960"/>
          </a:xfrm>
          <a:prstGeom prst="ellipse">
            <a:avLst/>
          </a:prstGeom>
          <a:solidFill>
            <a:srgbClr val="EEF2F6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5944" y="327355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503920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Any client</a:t>
            </a:r>
            <a:endParaRPr lang="en-US" sz="1900" dirty="0"/>
          </a:p>
        </p:txBody>
      </p:sp>
      <p:sp>
        <p:nvSpPr>
          <p:cNvPr id="21" name="Text 14"/>
          <p:cNvSpPr/>
          <p:nvPr/>
        </p:nvSpPr>
        <p:spPr>
          <a:xfrm>
            <a:off x="8503920" y="4480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Laptop, thin client or browser drives the session.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whole mental model. Everything else, you'll see live.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9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1371600" cy="1371600"/>
          </a:xfrm>
          <a:prstGeom prst="ellipse">
            <a:avLst/>
          </a:prstGeom>
          <a:solidFill>
            <a:srgbClr val="D97D0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243584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68880" y="914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5A3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423160" y="128016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11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Amazon DCV 2025.0, live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822960" y="2651760"/>
            <a:ext cx="10515600" cy="3383280"/>
          </a:xfrm>
          <a:prstGeom prst="roundRect">
            <a:avLst>
              <a:gd name="adj" fmla="val 3243"/>
            </a:avLst>
          </a:prstGeom>
          <a:solidFill>
            <a:srgbClr val="0D1117"/>
          </a:solidFill>
          <a:ln/>
          <a:effectLst>
            <a:outerShdw sx="100000" sy="100000" kx="0" ky="0" algn="bl" rotWithShape="0" blurRad="152400" dist="50800" dir="54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234440" y="2926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RUN-SHEET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3310128"/>
            <a:ext cx="9692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Connect to the session</a:t>
            </a:r>
            <a:endParaRPr lang="en-US" sz="15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7A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 Browser or native client -&gt; full creative desktop appears.</a:t>
            </a:r>
            <a:endParaRPr lang="en-US" sz="15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Show fidelity</a:t>
            </a:r>
            <a:endParaRPr lang="en-US" sz="15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7A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 Open a color-critical asset; pan / zoom; note no banding or lag.</a:t>
            </a:r>
            <a:endParaRPr lang="en-US" sz="15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Show interactivity</a:t>
            </a:r>
            <a:endParaRPr lang="en-US" sz="15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7A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 Scrub a timeline / orbit a 3D viewport — latency feels local.</a:t>
            </a:r>
            <a:endParaRPr lang="en-US" sz="15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Show 2025.0 niceties</a:t>
            </a:r>
            <a:endParaRPr lang="en-US" sz="15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7A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 WebAuthn login, keyboard layout fidelity, smooth scroll.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that demo proved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42900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560320"/>
            <a:ext cx="777240" cy="777240"/>
          </a:xfrm>
          <a:prstGeom prst="ellipse">
            <a:avLst/>
          </a:prstGeom>
          <a:solidFill>
            <a:srgbClr val="EEF2F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2734056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Latency that feels local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88720" y="39776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scrubbing and viewport work with no remote drag.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0" y="2194560"/>
            <a:ext cx="342900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560320"/>
            <a:ext cx="777240" cy="777240"/>
          </a:xfrm>
          <a:prstGeom prst="ellipse">
            <a:avLst/>
          </a:prstGeom>
          <a:solidFill>
            <a:srgbClr val="EEF2F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496" y="2734056"/>
            <a:ext cx="429768" cy="4297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Color you can trust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37760" y="39776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held up on a color-critical asset — no compromise.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21040" y="2194560"/>
            <a:ext cx="342900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0" y="2560320"/>
            <a:ext cx="777240" cy="777240"/>
          </a:xfrm>
          <a:prstGeom prst="ellipse">
            <a:avLst/>
          </a:prstGeom>
          <a:solidFill>
            <a:srgbClr val="EEF2F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536" y="2734056"/>
            <a:ext cx="429768" cy="4297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0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Enterprise-grade access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686800" y="39776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Hardware-key auth and reliable input, production-ready today.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that, on the workstation stack studios run today.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IS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Mapping your hardware &amp; protocol lifecycle?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planning your studio's next few years of workstations and remote access, the pieces you just saw are the ones to anchor 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898648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7249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Infrastructure teams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45920" y="31089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enterprise remote performance intact through the desktop transition.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374904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3904488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373075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Studios &amp; facilities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645920" y="41148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workstation refresh and protocol choices with confidence.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910328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473659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Pipeline / systems leads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645920" y="512064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 the lifecycle by betting on a proven, evolving protocol.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469880" y="548640"/>
            <a:ext cx="960120" cy="960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THING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77240" y="17830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5F7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you saw runs on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5F7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today's foundation.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822960" y="3429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foundation is already coming. We're getting DCV ready for it.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4343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7A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this space.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5349240"/>
            <a:ext cx="10515600" cy="0"/>
          </a:xfrm>
          <a:prstGeom prst="line">
            <a:avLst/>
          </a:prstGeom>
          <a:noFill/>
          <a:ln w="12700">
            <a:solidFill>
              <a:srgbClr val="262E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577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DCV · NI-SP GmbH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760720" y="55778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B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ni-sp.com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Next Display Layer — A Live Preview of Amazon DCV's Future on Linux</dc:title>
  <dc:subject>PptxGenJS Presentation</dc:subject>
  <dc:creator>NI-SP GmbH x AlmaLinux M&amp;E SIG</dc:creator>
  <cp:lastModifiedBy>NI-SP GmbH x AlmaLinux M&amp;E SIG</cp:lastModifiedBy>
  <cp:revision>1</cp:revision>
  <dcterms:created xsi:type="dcterms:W3CDTF">2026-06-17T01:32:57Z</dcterms:created>
  <dcterms:modified xsi:type="dcterms:W3CDTF">2026-06-17T01:32:57Z</dcterms:modified>
</cp:coreProperties>
</file>