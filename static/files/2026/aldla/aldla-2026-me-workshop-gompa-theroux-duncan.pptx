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WORKSHOP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AlmaLinux M&amp;E</a:t>
            </a:r>
            <a:endParaRPr lang="en-US" sz="5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2DD4B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For You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48640" y="32461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tailored builds from the official AlmaLinux M&amp;E ISO — matched to your studio's hardware, software, and deployment scale.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561320" y="502920"/>
            <a:ext cx="553212" cy="553212"/>
          </a:xfrm>
          <a:prstGeom prst="roundRect">
            <a:avLst>
              <a:gd name="adj" fmla="val 9917"/>
            </a:avLst>
          </a:prstGeom>
          <a:solidFill>
            <a:srgbClr val="F2A93B"/>
          </a:solidFill>
          <a:ln/>
        </p:spPr>
      </p:sp>
      <p:sp>
        <p:nvSpPr>
          <p:cNvPr id="6" name="Shape 4"/>
          <p:cNvSpPr/>
          <p:nvPr/>
        </p:nvSpPr>
        <p:spPr>
          <a:xfrm>
            <a:off x="10707624" y="649224"/>
            <a:ext cx="553212" cy="553212"/>
          </a:xfrm>
          <a:prstGeom prst="roundRect">
            <a:avLst>
              <a:gd name="adj" fmla="val 9917"/>
            </a:avLst>
          </a:prstGeom>
          <a:solidFill>
            <a:srgbClr val="2DD4BF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853928" y="795528"/>
            <a:ext cx="553212" cy="553212"/>
          </a:xfrm>
          <a:prstGeom prst="roundRect">
            <a:avLst>
              <a:gd name="adj" fmla="val 9917"/>
            </a:avLst>
          </a:prstGeom>
          <a:solidFill>
            <a:srgbClr val="818CF8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5989320"/>
            <a:ext cx="11064240" cy="0"/>
          </a:xfrm>
          <a:prstGeom prst="line">
            <a:avLst/>
          </a:prstGeom>
          <a:noFill/>
          <a:ln w="12700">
            <a:solidFill>
              <a:srgbClr val="3439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172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AlmaLinux M&amp;E SIG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949440" y="61722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· Hands-on Build Lab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3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One ISO can't fit every studio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AlmaLinux M&amp;E ships as a complete, ready-to-work image — but studios differ in hardware, app mix, and rollout scale. Getting from “official” to “production fleet” takes tailoring.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35204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3108960"/>
            <a:ext cx="777240" cy="777240"/>
          </a:xfrm>
          <a:prstGeom prst="ellipse">
            <a:avLst/>
          </a:prstGeom>
          <a:solidFill>
            <a:srgbClr val="F3F1E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990" y="3303270"/>
            <a:ext cx="388620" cy="3886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40233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Hardware varies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44805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GPUs, capture cards, and peripherals differ rack to rack and desk to desk.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9120" y="2788920"/>
            <a:ext cx="35204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3108960"/>
            <a:ext cx="777240" cy="777240"/>
          </a:xfrm>
          <a:prstGeom prst="ellipse">
            <a:avLst/>
          </a:prstGeom>
          <a:solidFill>
            <a:srgbClr val="F3F1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3470" y="3303270"/>
            <a:ext cx="388620" cy="3886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9160" y="40233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App mix varies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709160" y="44805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studio has its own pipeline tools, plugins, and licensing footprint.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229600" y="2788920"/>
            <a:ext cx="35204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49640" y="3108960"/>
            <a:ext cx="777240" cy="777240"/>
          </a:xfrm>
          <a:prstGeom prst="ellipse">
            <a:avLst/>
          </a:prstGeom>
          <a:solidFill>
            <a:srgbClr val="F3F1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950" y="3303270"/>
            <a:ext cx="388620" cy="3886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49640" y="40233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Deployment scale varies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549640" y="44805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3-seat boutique and a 300-seat facility roll out very differently.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POINT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3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Anatomy of the AlmaLinux M&amp;E ISO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ships in the box — AlmaLinux OS 10, KDE Plasma, and a curated set of open source media tools, ready to work offline.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2578608" cy="288036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063240"/>
            <a:ext cx="685800" cy="685800"/>
          </a:xfrm>
          <a:prstGeom prst="ellipse">
            <a:avLst/>
          </a:prstGeom>
          <a:solidFill>
            <a:srgbClr val="F3F1E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3234690"/>
            <a:ext cx="342900" cy="3429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886200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F23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AlmaLinux 10 base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448056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stability, security, and long-term support underneath.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788920"/>
            <a:ext cx="2578608" cy="288036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0" y="3063240"/>
            <a:ext cx="685800" cy="685800"/>
          </a:xfrm>
          <a:prstGeom prst="ellipse">
            <a:avLst/>
          </a:prstGeom>
          <a:solidFill>
            <a:srgbClr val="F3F1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9050" y="3234690"/>
            <a:ext cx="342900" cy="3429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57600" y="3886200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F23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KDE Plasma desktop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57600" y="448056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modern, configurable desktop tuned for creative workstations.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17920" y="2788920"/>
            <a:ext cx="2578608" cy="288036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92240" y="3063240"/>
            <a:ext cx="685800" cy="685800"/>
          </a:xfrm>
          <a:prstGeom prst="ellipse">
            <a:avLst/>
          </a:prstGeom>
          <a:solidFill>
            <a:srgbClr val="F3F1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3690" y="3234690"/>
            <a:ext cx="342900" cy="3429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92240" y="3886200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F23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Curated media apps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92240" y="448056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Image, video, 3D, and audio tools selected and tested for the pipeline.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052560" y="2788920"/>
            <a:ext cx="2578608" cy="288036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26880" y="3063240"/>
            <a:ext cx="685800" cy="685800"/>
          </a:xfrm>
          <a:prstGeom prst="ellipse">
            <a:avLst/>
          </a:prstGeom>
          <a:solidFill>
            <a:srgbClr val="F3F1EC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8330" y="3234690"/>
            <a:ext cx="342900" cy="3429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26880" y="3886200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F23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Fully self-contained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326880" y="448056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and libraries are on the ISO — no network required to get to work.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official ISO to your own fleet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207568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41248" y="2587752"/>
            <a:ext cx="2935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3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 tailor it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41248" y="2990088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the official ISO and your fleet.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8745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81728" y="207568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681728" y="2587752"/>
            <a:ext cx="2935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3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Anatomy of the ISO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681728" y="2990088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actually inside the AlmaLinux M&amp;E build.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0" y="18745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22208" y="207568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18CF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522208" y="2587752"/>
            <a:ext cx="2935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3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Customization levers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522208" y="2990088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Packages, branding, hardware, deployment.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" y="43159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72B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41248" y="4828032"/>
            <a:ext cx="2935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3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build workflow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41248" y="5230368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official ISO to your own tailored image.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89120" y="41148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81728" y="43159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681728" y="4828032"/>
            <a:ext cx="2935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3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Live build walkthrough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681728" y="5230368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derive a custom image together.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29600" y="41148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522208" y="43159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522208" y="4828032"/>
            <a:ext cx="2935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3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image to fleet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522208" y="5230368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mass deployment.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TOOLKIT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3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customization levers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places to adapt the official image — mix and match to fit your studio.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2578608" cy="288036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063240"/>
            <a:ext cx="685800" cy="685800"/>
          </a:xfrm>
          <a:prstGeom prst="ellipse">
            <a:avLst/>
          </a:prstGeom>
          <a:solidFill>
            <a:srgbClr val="F3F1E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3234690"/>
            <a:ext cx="342900" cy="3429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886200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F23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Package selection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452628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remove, or swap apps to match your pipeline exactly.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788920"/>
            <a:ext cx="2578608" cy="288036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0" y="3063240"/>
            <a:ext cx="685800" cy="685800"/>
          </a:xfrm>
          <a:prstGeom prst="ellipse">
            <a:avLst/>
          </a:prstGeom>
          <a:solidFill>
            <a:srgbClr val="F3F1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9050" y="3234690"/>
            <a:ext cx="342900" cy="3429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57600" y="3886200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F23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Branding &amp; defaults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57600" y="452628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Wallpaper, menus, and default settings that feel like your studio.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17920" y="2788920"/>
            <a:ext cx="2578608" cy="288036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92240" y="3063240"/>
            <a:ext cx="685800" cy="685800"/>
          </a:xfrm>
          <a:prstGeom prst="ellipse">
            <a:avLst/>
          </a:prstGeom>
          <a:solidFill>
            <a:srgbClr val="F3F1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3690" y="3234690"/>
            <a:ext cx="342900" cy="3429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92240" y="3886200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F23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Hardware &amp; driver profiles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92240" y="452628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GPU, capture, and peripheral support for your fleet's actual hardware.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052560" y="2788920"/>
            <a:ext cx="2578608" cy="288036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26880" y="3063240"/>
            <a:ext cx="685800" cy="685800"/>
          </a:xfrm>
          <a:prstGeom prst="ellipse">
            <a:avLst/>
          </a:prstGeom>
          <a:solidFill>
            <a:srgbClr val="F3F1EC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8330" y="3234690"/>
            <a:ext cx="342900" cy="3429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26880" y="3886200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F23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Deployment &amp; partitioning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326880" y="452628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layout and rollout options built for how you actually deploy.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OF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3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official ISO to your image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enough of the process to follow the live build — the details, you'll see hands-on.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33172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3090672"/>
            <a:ext cx="640080" cy="640080"/>
          </a:xfrm>
          <a:prstGeom prst="ellipse">
            <a:avLst/>
          </a:prstGeom>
          <a:solidFill>
            <a:srgbClr val="F3F1E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3250692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840480"/>
            <a:ext cx="1819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23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Start with the official ISO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04672" y="4370832"/>
            <a:ext cx="1819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AlmaLinux M&amp;E, as shipped.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3012948" y="3703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383280" y="2834640"/>
            <a:ext cx="233172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39312" y="3090672"/>
            <a:ext cx="640080" cy="640080"/>
          </a:xfrm>
          <a:prstGeom prst="ellipse">
            <a:avLst/>
          </a:prstGeom>
          <a:solidFill>
            <a:srgbClr val="F3F1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9332" y="3250692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39312" y="3840480"/>
            <a:ext cx="1819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23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Customize the package set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639312" y="4370832"/>
            <a:ext cx="1819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Kickstart, apps, branding, drivers.</a:t>
            </a:r>
            <a:endParaRPr lang="en-US" sz="1080" dirty="0"/>
          </a:p>
        </p:txBody>
      </p:sp>
      <p:sp>
        <p:nvSpPr>
          <p:cNvPr id="16" name="Text 12"/>
          <p:cNvSpPr/>
          <p:nvPr/>
        </p:nvSpPr>
        <p:spPr>
          <a:xfrm>
            <a:off x="5847588" y="3703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6217920" y="2834640"/>
            <a:ext cx="233172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73952" y="3090672"/>
            <a:ext cx="640080" cy="640080"/>
          </a:xfrm>
          <a:prstGeom prst="ellipse">
            <a:avLst/>
          </a:prstGeom>
          <a:solidFill>
            <a:srgbClr val="F3F1EC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972" y="3250692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73952" y="3840480"/>
            <a:ext cx="1819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23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Rebuild the image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473952" y="4370832"/>
            <a:ext cx="1819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your own tailored ISO.</a:t>
            </a:r>
            <a:endParaRPr lang="en-US" sz="1080" dirty="0"/>
          </a:p>
        </p:txBody>
      </p:sp>
      <p:sp>
        <p:nvSpPr>
          <p:cNvPr id="22" name="Text 17"/>
          <p:cNvSpPr/>
          <p:nvPr/>
        </p:nvSpPr>
        <p:spPr>
          <a:xfrm>
            <a:off x="8682228" y="3703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18"/>
          <p:cNvSpPr/>
          <p:nvPr/>
        </p:nvSpPr>
        <p:spPr>
          <a:xfrm>
            <a:off x="9052560" y="2834640"/>
            <a:ext cx="233172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308592" y="3090672"/>
            <a:ext cx="640080" cy="640080"/>
          </a:xfrm>
          <a:prstGeom prst="ellipse">
            <a:avLst/>
          </a:prstGeom>
          <a:solidFill>
            <a:srgbClr val="F3F1EC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8612" y="3250692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308592" y="3840480"/>
            <a:ext cx="1819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23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Test before you ship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9308592" y="4370832"/>
            <a:ext cx="1819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it, validate it, sign off.</a:t>
            </a:r>
            <a:endParaRPr lang="en-US" sz="1080" dirty="0"/>
          </a:p>
        </p:txBody>
      </p:sp>
      <p:sp>
        <p:nvSpPr>
          <p:cNvPr id="28" name="Text 22"/>
          <p:cNvSpPr/>
          <p:nvPr/>
        </p:nvSpPr>
        <p:spPr>
          <a:xfrm>
            <a:off x="548640" y="5349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whole mental model. Everything else, you'll see live.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D4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14400" cy="914400"/>
          </a:xfrm>
          <a:prstGeom prst="ellipse">
            <a:avLst/>
          </a:prstGeom>
          <a:solidFill>
            <a:srgbClr val="1B1E24">
              <a:alpha val="85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786384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6217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WALKTHROUGH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645920" y="896112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E2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Let's derive a build, live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11064240" cy="4526280"/>
          </a:xfrm>
          <a:prstGeom prst="roundRect">
            <a:avLst>
              <a:gd name="adj" fmla="val 1616"/>
            </a:avLst>
          </a:prstGeom>
          <a:solidFill>
            <a:srgbClr val="1B1E24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60120" y="2286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RUN-SHEET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60120" y="2880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2880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the official ISO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417320" y="324612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and inspect the AlmaLinux M&amp;E deliverable.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60120" y="3749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41732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the package set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411480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in studio-specific apps, drop what you don't need.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60120" y="4617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417320" y="4617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hardware &amp; branding defaults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417320" y="498348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profile, wallpaper, default settings.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960120" y="5486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417320" y="5486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and boot the image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417320" y="585216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your tailored ISO and boot it live.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SCALE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3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one image to a fleet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tailored image is only useful if it deploys cleanly at scale.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35204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3108960"/>
            <a:ext cx="777240" cy="777240"/>
          </a:xfrm>
          <a:prstGeom prst="ellipse">
            <a:avLst/>
          </a:prstGeom>
          <a:solidFill>
            <a:srgbClr val="F3F1E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990" y="3303270"/>
            <a:ext cx="388620" cy="3886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40233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Validate first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44805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Boot, driver, and app checks before it ever reaches a rack.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9120" y="2788920"/>
            <a:ext cx="35204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3108960"/>
            <a:ext cx="777240" cy="777240"/>
          </a:xfrm>
          <a:prstGeom prst="ellipse">
            <a:avLst/>
          </a:prstGeom>
          <a:solidFill>
            <a:srgbClr val="F3F1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3470" y="3303270"/>
            <a:ext cx="388620" cy="3886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9160" y="40233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Automate the rollout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709160" y="44805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Kickstart and PXE turn one image into consistent installs.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229600" y="2788920"/>
            <a:ext cx="35204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49640" y="3108960"/>
            <a:ext cx="777240" cy="777240"/>
          </a:xfrm>
          <a:prstGeom prst="ellipse">
            <a:avLst/>
          </a:prstGeom>
          <a:solidFill>
            <a:srgbClr val="F3F1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950" y="3303270"/>
            <a:ext cx="388620" cy="3886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49640" y="40233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Version what you ship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549640" y="44805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image versions the same way you track pipeline releases.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8640" y="5577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leave today with a booted image, not just a slide deck.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IT WITH YOU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Keep tuning it back at the studio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 you made today is yours to keep customizing — and the SIG is where to bring questions.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262A32"/>
          </a:solidFill>
          <a:ln/>
          <a:effectLst>
            <a:outerShdw sx="100000" sy="100000" kx="0" ky="0" algn="bl" rotWithShape="0" blurRad="1524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3172968"/>
            <a:ext cx="566928" cy="566928"/>
          </a:xfrm>
          <a:prstGeom prst="ellipse">
            <a:avLst/>
          </a:prstGeom>
          <a:solidFill>
            <a:srgbClr val="34394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3314700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317296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Creative Installer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41248" y="3931920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kernelchief.github.io/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almalinux-creative-installer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89120" y="288036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262A32"/>
          </a:solidFill>
          <a:ln/>
          <a:effectLst>
            <a:outerShdw sx="100000" sy="100000" kx="0" ky="0" algn="bl" rotWithShape="0" blurRad="152400" dist="38100" dir="54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81728" y="3172968"/>
            <a:ext cx="566928" cy="566928"/>
          </a:xfrm>
          <a:prstGeom prst="ellipse">
            <a:avLst/>
          </a:prstGeom>
          <a:solidFill>
            <a:srgbClr val="34394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460" y="3314700"/>
            <a:ext cx="283464" cy="2834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94960" y="317296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Hardware catalog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81728" y="3931920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kernelchief.github.io/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almalinux-me-hardware-catalog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229600" y="288036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262A32"/>
          </a:solidFill>
          <a:ln/>
          <a:effectLst>
            <a:outerShdw sx="100000" sy="100000" kx="0" ky="0" algn="bl" rotWithShape="0" blurRad="152400" dist="38100" dir="54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22208" y="3172968"/>
            <a:ext cx="566928" cy="566928"/>
          </a:xfrm>
          <a:prstGeom prst="ellipse">
            <a:avLst/>
          </a:prstGeom>
          <a:solidFill>
            <a:srgbClr val="34394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3940" y="3314700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235440" y="317296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M&amp;E SIG chat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522208" y="3931920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chat.almalinux.org →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sig-media-entertainment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6263640"/>
            <a:ext cx="11064240" cy="0"/>
          </a:xfrm>
          <a:prstGeom prst="line">
            <a:avLst/>
          </a:prstGeom>
          <a:noFill/>
          <a:ln w="12700">
            <a:solidFill>
              <a:srgbClr val="34394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Workshop! AlmaLinux M&amp;E For You</dc:title>
  <dc:subject>PptxGenJS Presentation</dc:subject>
  <dc:creator>AlmaLinux M&amp;E SIG</dc:creator>
  <cp:lastModifiedBy>AlmaLinux M&amp;E SIG</cp:lastModifiedBy>
  <cp:revision>1</cp:revision>
  <dcterms:created xsi:type="dcterms:W3CDTF">2026-07-10T13:04:12Z</dcterms:created>
  <dcterms:modified xsi:type="dcterms:W3CDTF">2026-07-10T13:04:12Z</dcterms:modified>
</cp:coreProperties>
</file>